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3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2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2279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6B6E"/>
          </a:solidFill>
          <a:ln w="12700">
            <a:solidFill>
              <a:srgbClr val="0D6B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D6B6E"/>
          </a:solidFill>
          <a:ln w="12700">
            <a:solidFill>
              <a:srgbClr val="0D6B6E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ession7_hero_cro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228600"/>
            <a:ext cx="6172200" cy="5989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5488" y="5943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7A1A"/>
                </a:solidFill>
              </a:rPr>
              <a:t>SESSION 7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475488" y="96012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427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Technical Report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2427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 AI Review Agent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502920" y="2514600"/>
            <a:ext cx="45720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646B73"/>
                </a:solidFill>
              </a:rPr>
              <a:t>Compile all session reports into one final product specification package, then use NotebookLM as a reviewer to detect gaps and guide corrections.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502920" y="3520440"/>
            <a:ext cx="1874520" cy="310896"/>
          </a:xfrm>
          <a:prstGeom prst="roundRect">
            <a:avLst>
              <a:gd name="adj" fmla="val 20588"/>
            </a:avLst>
          </a:prstGeom>
          <a:solidFill>
            <a:srgbClr val="0D6B6E"/>
          </a:solidFill>
          <a:ln w="12700">
            <a:solidFill>
              <a:srgbClr val="0D6B6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3584448"/>
            <a:ext cx="1746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FINAL INTEGRATION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542032" y="3520440"/>
            <a:ext cx="1417320" cy="310896"/>
          </a:xfrm>
          <a:prstGeom prst="roundRect">
            <a:avLst>
              <a:gd name="adj" fmla="val 20588"/>
            </a:avLst>
          </a:prstGeom>
          <a:solidFill>
            <a:srgbClr val="F27A1A"/>
          </a:solidFill>
          <a:ln w="12700">
            <a:solidFill>
              <a:srgbClr val="F27A1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606040" y="3584448"/>
            <a:ext cx="1289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AI REVIEW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133088" y="3520440"/>
            <a:ext cx="1463040" cy="310896"/>
          </a:xfrm>
          <a:prstGeom prst="roundRect">
            <a:avLst>
              <a:gd name="adj" fmla="val 20588"/>
            </a:avLst>
          </a:prstGeom>
          <a:solidFill>
            <a:srgbClr val="10898D"/>
          </a:solidFill>
          <a:ln w="12700">
            <a:solidFill>
              <a:srgbClr val="10898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97096" y="3584448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CORRECTIONS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75488" y="6613486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</a:rPr>
              <a:t>Specification of Products and Services · Session 7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2918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27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happens in Session 7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75488" y="859536"/>
            <a:ext cx="585216" cy="0"/>
          </a:xfrm>
          <a:prstGeom prst="line">
            <a:avLst/>
          </a:prstGeom>
          <a:noFill/>
          <a:ln w="38100">
            <a:solidFill>
              <a:srgbClr val="F27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96012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6B73"/>
                </a:solidFill>
              </a:rPr>
              <a:t>This is not a new section. It is the final integration and review session.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572768"/>
            <a:ext cx="3566160" cy="338328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0160">
            <a:solidFill>
              <a:srgbClr val="D0D3D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72768"/>
            <a:ext cx="109728" cy="3383280"/>
          </a:xfrm>
          <a:prstGeom prst="rect">
            <a:avLst/>
          </a:prstGeom>
          <a:solidFill>
            <a:srgbClr val="0D6B6E"/>
          </a:solidFill>
          <a:ln w="12700">
            <a:solidFill>
              <a:srgbClr val="0D6B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1737360"/>
            <a:ext cx="3236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4272B"/>
                </a:solidFill>
              </a:rPr>
              <a:t>Compile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59536" y="2084832"/>
            <a:ext cx="3236976" cy="2761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46B73"/>
                </a:solidFill>
              </a:rPr>
              <a:t>Merge Sessions 2–6 into one coherent technical report. Remove repetition, unify language and keep only relevant evidence.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498848" y="1572768"/>
            <a:ext cx="3566160" cy="338328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0160">
            <a:solidFill>
              <a:srgbClr val="D0D3D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98848" y="1572768"/>
            <a:ext cx="109728" cy="3383280"/>
          </a:xfrm>
          <a:prstGeom prst="rect">
            <a:avLst/>
          </a:prstGeom>
          <a:solidFill>
            <a:srgbClr val="F27A1A"/>
          </a:solidFill>
          <a:ln w="12700">
            <a:solidFill>
              <a:srgbClr val="F27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18304" y="1737360"/>
            <a:ext cx="3236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4272B"/>
                </a:solidFill>
              </a:rPr>
              <a:t>Review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718304" y="2084832"/>
            <a:ext cx="3236976" cy="2761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46B73"/>
                </a:solidFill>
              </a:rPr>
              <a:t>Use NotebookLM as an AI technical reviewer to detect missing sections, weak evidence and inconsistent information.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339328" y="1572768"/>
            <a:ext cx="3154680" cy="338328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0160">
            <a:solidFill>
              <a:srgbClr val="D0D3D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39328" y="1572768"/>
            <a:ext cx="109728" cy="3383280"/>
          </a:xfrm>
          <a:prstGeom prst="rect">
            <a:avLst/>
          </a:prstGeom>
          <a:solidFill>
            <a:srgbClr val="10898D"/>
          </a:solidFill>
          <a:ln w="12700">
            <a:solidFill>
              <a:srgbClr val="10898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58784" y="1737360"/>
            <a:ext cx="2825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4272B"/>
                </a:solidFill>
              </a:rPr>
              <a:t>Correct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558784" y="2084832"/>
            <a:ext cx="2825496" cy="2761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46B73"/>
                </a:solidFill>
              </a:rPr>
              <a:t>Apply changes, update tables and prepare the final PDF with a correction checklist.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75488" y="6528816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</a:rPr>
              <a:t>Specification of Products and Services · Session 7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2918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27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Session 7 deliverables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75488" y="859536"/>
            <a:ext cx="585216" cy="0"/>
          </a:xfrm>
          <a:prstGeom prst="line">
            <a:avLst/>
          </a:prstGeom>
          <a:noFill/>
          <a:ln w="38100">
            <a:solidFill>
              <a:srgbClr val="F27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96012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6B73"/>
                </a:solidFill>
              </a:rPr>
              <a:t>What each team must submit by the end of the final integration process.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" y="1463040"/>
            <a:ext cx="3046781" cy="749808"/>
          </a:xfrm>
          <a:prstGeom prst="rect">
            <a:avLst/>
          </a:prstGeom>
          <a:solidFill>
            <a:srgbClr val="0D6B6E"/>
          </a:solidFill>
          <a:ln w="6350">
            <a:solidFill>
              <a:srgbClr val="CFD2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1499616"/>
            <a:ext cx="2973629" cy="6766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FFFFFF"/>
                </a:solidFill>
              </a:rPr>
              <a:t>Deliverable</a:t>
            </a:r>
            <a:endParaRPr lang="en-US" sz="1520" dirty="0"/>
          </a:p>
        </p:txBody>
      </p:sp>
      <p:sp>
        <p:nvSpPr>
          <p:cNvPr id="7" name="Shape 5"/>
          <p:cNvSpPr/>
          <p:nvPr/>
        </p:nvSpPr>
        <p:spPr>
          <a:xfrm>
            <a:off x="3705149" y="1463040"/>
            <a:ext cx="7834579" cy="749808"/>
          </a:xfrm>
          <a:prstGeom prst="rect">
            <a:avLst/>
          </a:prstGeom>
          <a:solidFill>
            <a:srgbClr val="0D6B6E"/>
          </a:solidFill>
          <a:ln w="6350">
            <a:solidFill>
              <a:srgbClr val="CFD2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41725" y="1499616"/>
            <a:ext cx="7761427" cy="6766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FFFFFF"/>
                </a:solidFill>
              </a:rPr>
              <a:t>What it includes</a:t>
            </a:r>
            <a:endParaRPr lang="en-US" sz="1520" dirty="0"/>
          </a:p>
        </p:txBody>
      </p:sp>
      <p:sp>
        <p:nvSpPr>
          <p:cNvPr id="9" name="Shape 7"/>
          <p:cNvSpPr/>
          <p:nvPr/>
        </p:nvSpPr>
        <p:spPr>
          <a:xfrm>
            <a:off x="658368" y="2212848"/>
            <a:ext cx="3046781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FD2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" y="2249424"/>
            <a:ext cx="2973629" cy="6766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4272B"/>
                </a:solidFill>
              </a:rPr>
              <a:t>Final Technical Report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705149" y="2212848"/>
            <a:ext cx="7834579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FD2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41725" y="2249424"/>
            <a:ext cx="7761427" cy="6766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4272B"/>
                </a:solidFill>
              </a:rPr>
              <a:t>One complete PDF with all corrected sections from Sessions 2–6.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58368" y="2962656"/>
            <a:ext cx="3046781" cy="749808"/>
          </a:xfrm>
          <a:prstGeom prst="rect">
            <a:avLst/>
          </a:prstGeom>
          <a:solidFill>
            <a:srgbClr val="F2F3F2"/>
          </a:solidFill>
          <a:ln w="6350">
            <a:solidFill>
              <a:srgbClr val="CFD2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" y="2999232"/>
            <a:ext cx="2973629" cy="6766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4272B"/>
                </a:solidFill>
              </a:rPr>
              <a:t>AI Review Output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705149" y="2962656"/>
            <a:ext cx="7834579" cy="749808"/>
          </a:xfrm>
          <a:prstGeom prst="rect">
            <a:avLst/>
          </a:prstGeom>
          <a:solidFill>
            <a:srgbClr val="F2F3F2"/>
          </a:solidFill>
          <a:ln w="6350">
            <a:solidFill>
              <a:srgbClr val="CFD2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41725" y="2999232"/>
            <a:ext cx="7761427" cy="6766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4272B"/>
                </a:solidFill>
              </a:rPr>
              <a:t>NotebookLM review table or screenshots showing completeness, consistency and missing information.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58368" y="3712464"/>
            <a:ext cx="3046781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FD2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" y="3749040"/>
            <a:ext cx="2973629" cy="6766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4272B"/>
                </a:solidFill>
              </a:rPr>
              <a:t>Correction Checklist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705149" y="3712464"/>
            <a:ext cx="7834579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FD2D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41725" y="3749040"/>
            <a:ext cx="7761427" cy="6766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4272B"/>
                </a:solidFill>
              </a:rPr>
              <a:t>List of changes applied after AI review.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58368" y="4462272"/>
            <a:ext cx="3046781" cy="749808"/>
          </a:xfrm>
          <a:prstGeom prst="rect">
            <a:avLst/>
          </a:prstGeom>
          <a:solidFill>
            <a:srgbClr val="F2F3F2"/>
          </a:solidFill>
          <a:ln w="6350">
            <a:solidFill>
              <a:srgbClr val="CFD2D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" y="4498848"/>
            <a:ext cx="2973629" cy="6766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4272B"/>
                </a:solidFill>
              </a:rPr>
              <a:t>Evidence Folder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705149" y="4462272"/>
            <a:ext cx="7834579" cy="749808"/>
          </a:xfrm>
          <a:prstGeom prst="rect">
            <a:avLst/>
          </a:prstGeom>
          <a:solidFill>
            <a:srgbClr val="F2F3F2"/>
          </a:solidFill>
          <a:ln w="6350">
            <a:solidFill>
              <a:srgbClr val="CFD2D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41725" y="4498848"/>
            <a:ext cx="7761427" cy="6766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4272B"/>
                </a:solidFill>
              </a:rPr>
              <a:t>Images, renders, drawings, BOM, diagrams, test photos, references or links.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31520" y="55778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D6B6E"/>
                </a:solidFill>
              </a:rPr>
              <a:t>Goal: the report should be ready to evaluate as a professional product specification package.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475488" y="6528816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</a:rPr>
              <a:t>Specification of Products and Services · Session 7</a:t>
            </a:r>
            <a:endParaRPr lang="en-US" sz="75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2918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27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technical report structure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75488" y="859536"/>
            <a:ext cx="585216" cy="0"/>
          </a:xfrm>
          <a:prstGeom prst="line">
            <a:avLst/>
          </a:prstGeom>
          <a:noFill/>
          <a:ln w="38100">
            <a:solidFill>
              <a:srgbClr val="F27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96012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6B73"/>
                </a:solidFill>
              </a:rPr>
              <a:t>Use previous sessions as building blocks.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325880"/>
            <a:ext cx="5230368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0160">
            <a:solidFill>
              <a:srgbClr val="D0D3D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325880"/>
            <a:ext cx="109728" cy="4434840"/>
          </a:xfrm>
          <a:prstGeom prst="rect">
            <a:avLst/>
          </a:prstGeom>
          <a:solidFill>
            <a:srgbClr val="0D6B6E"/>
          </a:solidFill>
          <a:ln w="12700">
            <a:solidFill>
              <a:srgbClr val="0D6B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1490472"/>
            <a:ext cx="4901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4272B"/>
                </a:solidFill>
              </a:rPr>
              <a:t>From Sessions 2–3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05256" y="1837944"/>
            <a:ext cx="4901184" cy="3813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46B73"/>
                </a:solidFill>
              </a:rPr>
              <a:t>Project overview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646B73"/>
                </a:solidFill>
              </a:rPr>
              <a:t>User + context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646B73"/>
                </a:solidFill>
              </a:rPr>
              <a:t>Problem statement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646B73"/>
                </a:solidFill>
              </a:rPr>
              <a:t>Value proposition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646B73"/>
                </a:solidFill>
              </a:rPr>
              <a:t>Requirements table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646B73"/>
                </a:solidFill>
              </a:rPr>
              <a:t>Materials + CMF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646B73"/>
                </a:solidFill>
              </a:rPr>
              <a:t>Production process direction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72784" y="1325880"/>
            <a:ext cx="5230368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0160">
            <a:solidFill>
              <a:srgbClr val="D0D3D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72784" y="1325880"/>
            <a:ext cx="109728" cy="4434840"/>
          </a:xfrm>
          <a:prstGeom prst="rect">
            <a:avLst/>
          </a:prstGeom>
          <a:solidFill>
            <a:srgbClr val="F27A1A"/>
          </a:solidFill>
          <a:ln w="12700">
            <a:solidFill>
              <a:srgbClr val="F27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490472"/>
            <a:ext cx="4901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4272B"/>
                </a:solidFill>
              </a:rPr>
              <a:t>From Sessions 4–6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92240" y="1837944"/>
            <a:ext cx="4901184" cy="3813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46B73"/>
                </a:solidFill>
              </a:rPr>
              <a:t>Product architecture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646B73"/>
                </a:solidFill>
              </a:rPr>
              <a:t>Parts breakdown + BOM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646B73"/>
                </a:solidFill>
              </a:rPr>
              <a:t>Use sequence + ergonomics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646B73"/>
                </a:solidFill>
              </a:rPr>
              <a:t>Validation plan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646B73"/>
                </a:solidFill>
              </a:rPr>
              <a:t>Production manual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646B73"/>
                </a:solidFill>
              </a:rPr>
              <a:t>Sustainability + life cycle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646B73"/>
                </a:solidFill>
              </a:rPr>
              <a:t>References + missing information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5488" y="6528816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</a:rPr>
              <a:t>Specification of Products and Services · Session 7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2918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27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Compilation workflow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75488" y="859536"/>
            <a:ext cx="585216" cy="0"/>
          </a:xfrm>
          <a:prstGeom prst="line">
            <a:avLst/>
          </a:prstGeom>
          <a:noFill/>
          <a:ln w="38100">
            <a:solidFill>
              <a:srgbClr val="F27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96012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6B73"/>
                </a:solidFill>
              </a:rPr>
              <a:t>How to turn separate session files into one final report.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463040"/>
            <a:ext cx="402336" cy="402336"/>
          </a:xfrm>
          <a:prstGeom prst="ellipse">
            <a:avLst/>
          </a:prstGeom>
          <a:solidFill>
            <a:srgbClr val="0D6B6E"/>
          </a:solidFill>
          <a:ln w="12700">
            <a:solidFill>
              <a:srgbClr val="0D6B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54480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16152" y="1490472"/>
            <a:ext cx="4590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272B"/>
                </a:solidFill>
              </a:rPr>
              <a:t>Create one master document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16152" y="1773936"/>
            <a:ext cx="4590288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46B73"/>
                </a:solidFill>
              </a:rPr>
              <a:t>Open Google Docs, Word, Notion or Canva and create the final report structure.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5800" y="2514600"/>
            <a:ext cx="402336" cy="402336"/>
          </a:xfrm>
          <a:prstGeom prst="ellipse">
            <a:avLst/>
          </a:prstGeom>
          <a:solidFill>
            <a:srgbClr val="F27A1A"/>
          </a:solidFill>
          <a:ln w="12700">
            <a:solidFill>
              <a:srgbClr val="F27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606040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16152" y="2542032"/>
            <a:ext cx="4590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272B"/>
                </a:solidFill>
              </a:rPr>
              <a:t>Paste the best version of each section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16152" y="2825496"/>
            <a:ext cx="4590288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46B73"/>
                </a:solidFill>
              </a:rPr>
              <a:t>Do not paste everything. Select the strongest content and remove repeated paragraphs.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85800" y="3566160"/>
            <a:ext cx="402336" cy="402336"/>
          </a:xfrm>
          <a:prstGeom prst="ellipse">
            <a:avLst/>
          </a:prstGeom>
          <a:solidFill>
            <a:srgbClr val="10898D"/>
          </a:solidFill>
          <a:ln w="12700">
            <a:solidFill>
              <a:srgbClr val="10898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657600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16152" y="3593592"/>
            <a:ext cx="4590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272B"/>
                </a:solidFill>
              </a:rPr>
              <a:t>Unify names, materials and numbers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16152" y="3877056"/>
            <a:ext cx="4590288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46B73"/>
                </a:solidFill>
              </a:rPr>
              <a:t>Check product name, dimensions, materials, parts, costs, processes and user profile.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85800" y="4617720"/>
            <a:ext cx="402336" cy="402336"/>
          </a:xfrm>
          <a:prstGeom prst="ellipse">
            <a:avLst/>
          </a:prstGeom>
          <a:solidFill>
            <a:srgbClr val="F27A1A"/>
          </a:solidFill>
          <a:ln w="12700">
            <a:solidFill>
              <a:srgbClr val="F27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709160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16152" y="4645152"/>
            <a:ext cx="4590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272B"/>
                </a:solidFill>
              </a:rPr>
              <a:t>Add evidence and captions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16152" y="4928616"/>
            <a:ext cx="4590288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46B73"/>
                </a:solidFill>
              </a:rPr>
              <a:t>Every important claim should have a drawing, image, test, table, source or caption.</a:t>
            </a:r>
            <a:endParaRPr lang="en-US" sz="1250" dirty="0"/>
          </a:p>
        </p:txBody>
      </p:sp>
      <p:pic>
        <p:nvPicPr>
          <p:cNvPr id="21" name="Image 0" descr="/mnt/data/session7_studio_cro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353312"/>
            <a:ext cx="4937760" cy="425196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6766560" y="4828032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4272B"/>
                </a:solidFill>
              </a:rPr>
              <a:t>Final output: one PDF that reads like a single professional report, not a folder of partial tasks.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475488" y="6596552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</a:rPr>
              <a:t>Specification of Products and Services · Session 7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2918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27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 an AI review agent in NotebookLM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75488" y="859536"/>
            <a:ext cx="585216" cy="0"/>
          </a:xfrm>
          <a:prstGeom prst="line">
            <a:avLst/>
          </a:prstGeom>
          <a:noFill/>
          <a:ln w="38100">
            <a:solidFill>
              <a:srgbClr val="F27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96012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6B73"/>
                </a:solidFill>
              </a:rPr>
              <a:t>The AI reviewer checks the final report against the course requirements.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52120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0160">
            <a:solidFill>
              <a:srgbClr val="D0D3D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17320"/>
            <a:ext cx="109728" cy="1417320"/>
          </a:xfrm>
          <a:prstGeom prst="rect">
            <a:avLst/>
          </a:prstGeom>
          <a:solidFill>
            <a:srgbClr val="0D6B6E"/>
          </a:solidFill>
          <a:ln w="12700">
            <a:solidFill>
              <a:srgbClr val="0D6B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581912"/>
            <a:ext cx="4882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272B"/>
                </a:solidFill>
              </a:rPr>
              <a:t>1. Create / open project notebook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77824" y="1929384"/>
            <a:ext cx="4882896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46B73"/>
                </a:solidFill>
              </a:rPr>
              <a:t>Use the team notebook or create a final-review notebook.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36208" y="1417320"/>
            <a:ext cx="52120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0160">
            <a:solidFill>
              <a:srgbClr val="D0D3D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36208" y="1417320"/>
            <a:ext cx="109728" cy="1417320"/>
          </a:xfrm>
          <a:prstGeom prst="rect">
            <a:avLst/>
          </a:prstGeom>
          <a:solidFill>
            <a:srgbClr val="F27A1A"/>
          </a:solidFill>
          <a:ln w="12700">
            <a:solidFill>
              <a:srgbClr val="F27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55664" y="1581912"/>
            <a:ext cx="4882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272B"/>
                </a:solidFill>
              </a:rPr>
              <a:t>2. Upload sources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55664" y="1929384"/>
            <a:ext cx="4882896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46B73"/>
                </a:solidFill>
              </a:rPr>
              <a:t>Session 2, 3, 4, 5, 6 reports + final compiled report + evidence.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8368" y="3291840"/>
            <a:ext cx="52120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0160">
            <a:solidFill>
              <a:srgbClr val="D0D3D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" y="3291840"/>
            <a:ext cx="109728" cy="1417320"/>
          </a:xfrm>
          <a:prstGeom prst="rect">
            <a:avLst/>
          </a:prstGeom>
          <a:solidFill>
            <a:srgbClr val="0D6B6E"/>
          </a:solidFill>
          <a:ln w="12700">
            <a:solidFill>
              <a:srgbClr val="0D6B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" y="3456432"/>
            <a:ext cx="4882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272B"/>
                </a:solidFill>
              </a:rPr>
              <a:t>3. Ask for review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77824" y="3803904"/>
            <a:ext cx="4882896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46B73"/>
                </a:solidFill>
              </a:rPr>
              <a:t>Use the reviewer prompt to create a table of complete, partial and missing sections.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36208" y="3291840"/>
            <a:ext cx="52120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0160">
            <a:solidFill>
              <a:srgbClr val="D0D3D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36208" y="3291840"/>
            <a:ext cx="109728" cy="1417320"/>
          </a:xfrm>
          <a:prstGeom prst="rect">
            <a:avLst/>
          </a:prstGeom>
          <a:solidFill>
            <a:srgbClr val="F27A1A"/>
          </a:solidFill>
          <a:ln w="12700">
            <a:solidFill>
              <a:srgbClr val="F27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55664" y="3456432"/>
            <a:ext cx="4882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272B"/>
                </a:solidFill>
              </a:rPr>
              <a:t>4. Apply corrections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55664" y="3803904"/>
            <a:ext cx="4882896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46B73"/>
                </a:solidFill>
              </a:rPr>
              <a:t>Edit the final report, then document what changed.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14400" y="5532120"/>
            <a:ext cx="10287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D6B6E"/>
                </a:solidFill>
              </a:rPr>
              <a:t>Important: NotebookLM should review your sources. It should not invent missing specifications.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75488" y="6588085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</a:rPr>
              <a:t>Specification of Products and Services · Session 7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2918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27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reviewer prompt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75488" y="859536"/>
            <a:ext cx="585216" cy="0"/>
          </a:xfrm>
          <a:prstGeom prst="line">
            <a:avLst/>
          </a:prstGeom>
          <a:noFill/>
          <a:ln w="38100">
            <a:solidFill>
              <a:srgbClr val="F27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96012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6B73"/>
                </a:solidFill>
              </a:rPr>
              <a:t>Adapt this prompt in NotebookLM.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325880"/>
            <a:ext cx="10835640" cy="4526280"/>
          </a:xfrm>
          <a:prstGeom prst="roundRect">
            <a:avLst>
              <a:gd name="adj" fmla="val 1616"/>
            </a:avLst>
          </a:prstGeom>
          <a:solidFill>
            <a:schemeClr val="tx1">
              <a:lumMod val="65000"/>
              <a:lumOff val="35000"/>
            </a:schemeClr>
          </a:solidFill>
          <a:ln w="10160">
            <a:solidFill>
              <a:srgbClr val="CFCF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00200"/>
            <a:ext cx="10287000" cy="3886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 as an industrial design technical report reviewer.</a:t>
            </a:r>
            <a:endParaRPr lang="en-US" sz="155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55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550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Using only the uploaded sources, review our Final Technical Product Specification Report.</a:t>
            </a:r>
            <a:endParaRPr lang="en-US" sz="155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55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550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table with: Section, Status, What works well, What is missing, What needs correction and Priority.</a:t>
            </a:r>
            <a:endParaRPr lang="en-US" sz="155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55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550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consistency in: product name, dimensions, materials, components, BOM, processes, visual identity, user profile, tests and evidence.</a:t>
            </a:r>
            <a:endParaRPr lang="en-US" sz="155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55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550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invent information. Mark gaps as missing, needs evidence, needs measurement or needs testing.</a:t>
            </a:r>
            <a:endParaRPr lang="en-US" sz="155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55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550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the end, list the 5 most urgent corrections and the sections ready for final submission.</a:t>
            </a:r>
            <a:endParaRPr lang="en-US" sz="155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475488" y="6528816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</a:rPr>
              <a:t>Specification of Products and Services · Session 7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2918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27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report quality check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75488" y="859536"/>
            <a:ext cx="585216" cy="0"/>
          </a:xfrm>
          <a:prstGeom prst="line">
            <a:avLst/>
          </a:prstGeom>
          <a:noFill/>
          <a:ln w="38100">
            <a:solidFill>
              <a:srgbClr val="F27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96012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6B73"/>
                </a:solidFill>
              </a:rPr>
              <a:t>Before submitting, every team should verify these items.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3429000" cy="443484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0160">
            <a:solidFill>
              <a:srgbClr val="D0D3D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17320"/>
            <a:ext cx="109728" cy="4434840"/>
          </a:xfrm>
          <a:prstGeom prst="rect">
            <a:avLst/>
          </a:prstGeom>
          <a:solidFill>
            <a:srgbClr val="0D6B6E"/>
          </a:solidFill>
          <a:ln w="12700">
            <a:solidFill>
              <a:srgbClr val="0D6B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1581912"/>
            <a:ext cx="3099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4272B"/>
                </a:solidFill>
              </a:rPr>
              <a:t>Content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59536" y="1929384"/>
            <a:ext cx="3099816" cy="3813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46B73"/>
                </a:solidFill>
              </a:rPr>
              <a:t>Overview is clear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646B73"/>
                </a:solidFill>
              </a:rPr>
              <a:t>Requirements have evidence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646B73"/>
                </a:solidFill>
              </a:rPr>
              <a:t>Materials match BOM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646B73"/>
                </a:solidFill>
              </a:rPr>
              <a:t>Drawings and parts are labeled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443984" y="1417320"/>
            <a:ext cx="3429000" cy="443484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0160">
            <a:solidFill>
              <a:srgbClr val="D0D3D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43984" y="1417320"/>
            <a:ext cx="109728" cy="4434840"/>
          </a:xfrm>
          <a:prstGeom prst="rect">
            <a:avLst/>
          </a:prstGeom>
          <a:solidFill>
            <a:srgbClr val="F27A1A"/>
          </a:solidFill>
          <a:ln w="12700">
            <a:solidFill>
              <a:srgbClr val="F27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581912"/>
            <a:ext cx="3099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4272B"/>
                </a:solidFill>
              </a:rPr>
              <a:t>Technical logic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663440" y="1929384"/>
            <a:ext cx="3099816" cy="3813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46B73"/>
                </a:solidFill>
              </a:rPr>
              <a:t>Production process is realistic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646B73"/>
                </a:solidFill>
              </a:rPr>
              <a:t>Assembly sequence is clear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646B73"/>
                </a:solidFill>
              </a:rPr>
              <a:t>Validation tests are measurable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646B73"/>
                </a:solidFill>
              </a:rPr>
              <a:t>Risks are identified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47888" y="1417320"/>
            <a:ext cx="3429000" cy="443484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0160">
            <a:solidFill>
              <a:srgbClr val="D0D3D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47888" y="1417320"/>
            <a:ext cx="109728" cy="4434840"/>
          </a:xfrm>
          <a:prstGeom prst="rect">
            <a:avLst/>
          </a:prstGeom>
          <a:solidFill>
            <a:srgbClr val="10898D"/>
          </a:solidFill>
          <a:ln w="12700">
            <a:solidFill>
              <a:srgbClr val="10898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67344" y="1581912"/>
            <a:ext cx="3099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4272B"/>
                </a:solidFill>
              </a:rPr>
              <a:t>Presentation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467344" y="1929384"/>
            <a:ext cx="3099816" cy="3813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46B73"/>
                </a:solidFill>
              </a:rPr>
              <a:t>Images have captions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646B73"/>
                </a:solidFill>
              </a:rPr>
              <a:t>Tables are readable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646B73"/>
                </a:solidFill>
              </a:rPr>
              <a:t>No repeated content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646B73"/>
                </a:solidFill>
              </a:rPr>
              <a:t>References are included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75488" y="6528816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</a:rPr>
              <a:t>Specification of Products and Services · Session 7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756</Words>
  <Application>Microsoft Macintosh PowerPoint</Application>
  <PresentationFormat>Panorámica</PresentationFormat>
  <Paragraphs>126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Tec de Monterrey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7 - Final Technical Report + AI Review Agent</dc:title>
  <dc:subject>Specification of Products and Services - Session 7</dc:subject>
  <dc:creator>OpenAI</dc:creator>
  <cp:lastModifiedBy>Microsoft Office User</cp:lastModifiedBy>
  <cp:revision>2</cp:revision>
  <dcterms:created xsi:type="dcterms:W3CDTF">2026-06-03T00:01:52Z</dcterms:created>
  <dcterms:modified xsi:type="dcterms:W3CDTF">2026-06-04T21:22:26Z</dcterms:modified>
</cp:coreProperties>
</file>